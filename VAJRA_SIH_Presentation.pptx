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SMART INDIA HACKATHON 2025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PROJECT VAJRA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AI-Based Fake Identity &amp; Document Screening System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Problem Statement ID: </a:t>
            </a:r>
            <a:r>
              <a:rPr b="0" sz="1250">
                <a:solidFill>
                  <a:srgbClr val="FFFFFF"/>
                </a:solidFill>
              </a:rPr>
              <a:t>26188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Problem Statement Title: </a:t>
            </a:r>
            <a:r>
              <a:rPr b="0" sz="1250">
                <a:solidFill>
                  <a:srgbClr val="FFFFFF"/>
                </a:solidFill>
              </a:rPr>
              <a:t>AI-Based Fake Identity &amp; Document Screening System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Ministry / Organization: </a:t>
            </a:r>
            <a:r>
              <a:rPr b="0" sz="1250">
                <a:solidFill>
                  <a:srgbClr val="FFFFFF"/>
                </a:solidFill>
              </a:rPr>
              <a:t>Ministry of Home Affairs (MHA)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Department: </a:t>
            </a:r>
            <a:r>
              <a:rPr b="0" sz="1250">
                <a:solidFill>
                  <a:srgbClr val="FFFFFF"/>
                </a:solidFill>
              </a:rPr>
              <a:t>Sashastra Seema Bal (SSB), Police II Division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Theme: </a:t>
            </a:r>
            <a:r>
              <a:rPr b="0" sz="1250">
                <a:solidFill>
                  <a:srgbClr val="FFFFFF"/>
                </a:solidFill>
              </a:rPr>
              <a:t>Blockchain &amp; Cybersecurity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Category: </a:t>
            </a:r>
            <a:r>
              <a:rPr b="0" sz="1250">
                <a:solidFill>
                  <a:srgbClr val="FFFFFF"/>
                </a:solidFill>
              </a:rPr>
              <a:t>Software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Team Name / ID: </a:t>
            </a:r>
            <a:r>
              <a:rPr b="0" sz="1250">
                <a:solidFill>
                  <a:srgbClr val="FFFFFF"/>
                </a:solidFill>
              </a:rPr>
              <a:t>[Registered Team Name /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IDEA TITLE: PROJECT VAJRA -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CRITICAL CHALLENGES AT LAND BORDERS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Massive Passenger Volume: Thousands cross daily across remote posts (e.g. Indo-Nepal / Bhutan) with zero automated screening.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Manual Inspection Delays: Manual physical checks take 3-5 minutes per traveler, causing severe border bottlenecks.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Sophisticated Physical &amp; Digital Forgeries: Tampered visa stamps, photo replacements, airbrushed birth dates, and forged cutouts.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Multi-Identity Impersonation: Fugitives and cross-border traffickers presenting genuine stolen documents under different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VAJRA MULTI-MODAL SCREENING PLATFORM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Multi-Modal Pipeline: Instant processing across Aadhaar, Passports, Visas, Driving Licences, Voter IDs, and Border Permits.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Defense-in-Depth Verification: Combines OCR Demographics + Cryptographic Signatures + Pixel-Level Compression Forensics + Biometrics.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Zero-Hardware Requirement: Fully deployable on standard smartphones, tablets, or edge laptops via offline Progressive Web App (PWA).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Deterministic &amp; Explainable Risk Scoring: Generates an audited 0-100 Risk Score with Plain-Language Officer Decision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 &amp; ALGORITHM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1: OCR &amp;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OpenBharatOCR: Neural Indian ID model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EasyOCR + PaddleOCR: Sub-pixel VIZ OCR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spaCy NER: Name and Entity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zxing-cpp: 60FPS C++ QR Matrix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2: CRYPTO VALIDATION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UIDAI RSA-2048 PKCS#1 v1.5 Verification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Verhoeff Checksum (Dihedral D5 Group)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9303 7-3-1 Modulo 10 Check Digits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LDS1 Passive/Active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3: PIXEL FORENSICS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Error Level Analysis (ELA): JPEG variance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Detects Photo Swaps &amp; Spliced text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EXIF Metadata: Detects Photoshop/GIMP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Guilloche Intaglio pattern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4: SOVEREIGN BIOMETRICS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ArcFace ResNet-50: 512-D vectors (99.83%)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Passive Liveness: FFT &amp; Laplacian texture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Bounded FAISS (1:W): Watchlist search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Zero Image Storage: DPDP Act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OPERATIONAL &amp; TECHNICAL FEASIBILITY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Ultra-Lightweight Edge Execution: Optimized for CPU-only edge laptops and mobile browsers with zero cloud dependency.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Inference: Asynchronous FastAPI processing pipeline finishes comprehensive multi-layer screening in &lt; 4.5s.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Multi-OS Compatibility: Works natively as a zero-install Progressive Web App (PWA) across Android, iOS, Windows, and Linux.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Modular Plugin Architecture: New state formats or national documents can be integrated in under 50 lines of Python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POTENTIAL RISKS &amp; MITIGATION STRATEGIES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Poor Lighting &amp; Glare at Border Posts</a:t>
            </a:r>
            <a:br/>
            <a:r>
              <a:t>Mitigation: Adaptive Otsu thresholding and sub-pixel CLAHE contrast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UIDAI RSA Key Rotations Across Card Generations</a:t>
            </a:r>
            <a:br/>
            <a:r>
              <a:t>Mitigation: Bundled multi-generation UIDAI X.509 certificate chain loader.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Presentation Attacks (Photos of Screens/Paper)</a:t>
            </a:r>
            <a:br/>
            <a:r>
              <a:t>Mitigation: Passive Fourier transform (FFT) texture and frequency liveness detection.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Zero Internet Connectivity at Remote Posts</a:t>
            </a:r>
            <a:br/>
            <a:r>
              <a:t>Mitigation: 100% offline local SQLite audit logging and embedded vector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OPERATIONAL IMPACT (SSB FORCES)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Throughput Speedup: Reduces screening from 3-5 mins to &lt; 5 secs (98% faster border processing).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Standardized Enforcement: Eliminates subjective human error and officer fatigue across shifts.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Immediate Fraud Interception: Flags copy-paste forgeries, expired visas, and blacklisted fugitives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NATIONAL SECURITY &amp; 1:W GRAPH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Combating Cross-Border Crimes: Prevents human trafficking, illegal border infiltration, and forged identity rings.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Bounded Watchlist Matching: FAISS vector index intercepts flagged suspects attempting to use forged duplicate names.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Seamless Legitimate Travel: Clear travelers pass in seconds, reducing congestion and border tension.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ECONOMIC &amp; DATA SOVEREIGNTY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Zero Cloud Dependency: 100% sovereign on-device execution prevents foreign cloud intelligence leaks.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Privacy by Design: Fully DPDP Act 2023 compliant with zero raw image storage; only 512-dim vectors stored.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Digital Audit Trail: Immutable tamper-evident logging for forensic intelligence and post-incident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TECHNICAL STANDARDS &amp; RESEARCH CITATIONS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ICAO Doc 9303: Machine Readable Travel Documents (MRTD), Parts 3, 7 &amp; 10  -  International Civil Aviation Organization (Technical Specifications for TD1/TD2/TD3 Machine Readable Passports &amp; Visas).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UIDAI Secure QR Code Specifications &amp; Public Key Infrastructure  -  Unique Identification Authority of India (2048-bit RSA Digital Signatures over V1 and V2 Delimited Demographic Payloads).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Error Level Analysis (ELA) for Digital Forensics  -  Dr. Neal Krawetz (Hacker Factor Solutions, 2007) (Quantization and Compression Variance Analysis in Lossy JPEG Images).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ArcFace: Additive Angular Margin Loss for Deep Face Recognition  -  J. Deng, J. Guo, N. Xue, S. Zafeiriou (IEEE/CVF CVPR 2019) (512-Dimensional Deep Metric Embeddings for 1:1 Facial Verification).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Verhoeff Dihedral Error-Detecting Algorithm  -  J. Verhoeff (Mathematical Centre Tracts 29, 1969) (Base-10 Checksum Algorithm utilizing Dihedral Group D5 for Transposition Error Detection).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MoRTH Standardized Driving Licence Specifications (2019)  -  Ministry of Road Transport and Highways, Government of India (Uniform 15-Digit Sarathi Format and 2D QR Code Specifications).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